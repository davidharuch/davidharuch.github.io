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B47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3" autoAdjust="0"/>
    <p:restoredTop sz="96261" autoAdjust="0"/>
  </p:normalViewPr>
  <p:slideViewPr>
    <p:cSldViewPr snapToGrid="0">
      <p:cViewPr>
        <p:scale>
          <a:sx n="125" d="100"/>
          <a:sy n="125" d="100"/>
        </p:scale>
        <p:origin x="30" y="-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6014EB-29B3-4BB9-9789-E37BB9FB4A2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B4269-7243-4D71-8F29-4E431EECA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01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B4269-7243-4D71-8F29-4E431EECA46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49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80B9-E2BD-2B29-7078-FB3560500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E332E-2F9F-75B4-8FC7-902DE1FEF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F94B5-3074-4A2C-4ECD-FB56EB27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BC67D-ECC9-83BE-FDAC-399C81C4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6BF2B-8375-1DB1-F8D5-AC906955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1AA3-9C7F-7B1F-ACD9-C0BC84D0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D89EB-2F80-A0CF-903F-1FEB25DD0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EA5C4-0D8D-2C76-6F9F-2188CC720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1F0DA-F28C-C7FD-1833-C0988EAF6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2B75F-C571-5512-027A-72B7FE26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5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CB71-7F3B-1609-1102-532048DAE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F08CE-2F71-34D5-DD08-ABF043E3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C6003-649F-39B7-E31A-22448DEE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48E4B-F043-A3C8-766D-9FC46CBC7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8BA76-0286-8BCE-61CA-866918BF3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7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823C8-91D3-DE38-DAFF-920403E1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74AE5-1A35-6140-6DB0-71032DB42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2317C-B61C-8BDE-1487-A659E2613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A510A-B0CA-D9B9-0439-71C015C9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E1C6C-1405-5A81-4B4C-772A207B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265CE-B856-4B76-C36F-943854768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9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AEEAE-2E6A-2C97-DA9E-E4CFEC0F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93118-E58D-E050-33EC-269AE7F0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50B84-5786-B383-3824-D3239F869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5941A9-2E46-BF10-0534-127AF873F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7BA8D5-599F-C4FC-4F1B-F3A68C194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829C8F-E64A-6CBA-39A9-4CA954DC1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3CED1-9395-3BA7-7003-3A5DB3A11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E872C4-5171-4E0B-E9DD-18BB24C9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21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1FDC-ED91-246B-6900-1E3BA84D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87E28-2FC5-4594-1716-7D7AAB38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7CB74-179C-8894-16F0-8D509066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351D0-5816-EBEA-711E-B5E1CD4A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7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A79B66-A1C7-69FC-C7FA-D19B0A382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BD26F3-81E4-9B9E-C719-8564E1372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E7691-04C1-62EF-4EEE-9DF547DC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9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6A52-203A-F00C-D7D3-65F46698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260DE-98EA-B858-090B-3C98D8A98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26259-5BED-B159-403F-2FFC2ED8C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996FF-884F-DEA2-52D2-9A30217AD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000E8-BF1D-CEBD-BDE6-66BEC204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914AF-83D2-1E37-526A-269DE3E2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5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A5AA-F438-37D6-7CE3-EAEE0DF9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18A95A-83AA-2716-1ABA-B2CED63D5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0A6C3-F92F-4C48-E38B-23CDCF3A9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4692C-4A99-942F-266F-47D01CF29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98833-9327-3F71-4156-DCD6360C6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99447-4CEF-F2E1-07A0-45A35016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2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4C410-265F-AD9F-FD8F-F8F57E262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22D00-46F3-73B8-0F8E-81FC99613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279E5-6A77-8EBC-4132-D9D597E45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19DD8-5002-0864-F7FF-A843C8195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E55B5-7AC1-E25D-0BA0-A1AFDCD3D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60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A6C155-D88E-C2E0-DF8D-77BFCFDC8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95672-CDBA-D983-6012-11AA4C34F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5D3FD-04A2-9602-E7D7-A56A40E4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C638B-9ED0-49DD-082E-0CF476A89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3929A-56DF-00AE-0B67-CAF1EC60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1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E04596-6E0A-D8E7-20E6-889803BC6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055BF-E337-6064-50E0-0DDA80F16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A4244-B0B4-FF10-E554-1F427604A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70ED2C-56A9-411D-8F0E-F7933CB03E1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02974-1C4A-B834-5C5C-9A2E34BD8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10B55-EE70-BA82-2C7D-41FC51365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666FA-673E-459F-88AC-F84AB40A9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9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86471B-1419-E655-DFAA-C61018D851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01" t="7875" r="6676" b="10812"/>
          <a:stretch>
            <a:fillRect/>
          </a:stretch>
        </p:blipFill>
        <p:spPr>
          <a:xfrm>
            <a:off x="4012936" y="540112"/>
            <a:ext cx="4311419" cy="557641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20FC9D-8C2B-5B82-3920-6BAB4E53D01D}"/>
              </a:ext>
            </a:extLst>
          </p:cNvPr>
          <p:cNvCxnSpPr/>
          <p:nvPr/>
        </p:nvCxnSpPr>
        <p:spPr>
          <a:xfrm flipH="1" flipV="1">
            <a:off x="6523983" y="1317115"/>
            <a:ext cx="620655" cy="1184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ED0572-34EE-5F8D-3D1B-5E4A9669069F}"/>
              </a:ext>
            </a:extLst>
          </p:cNvPr>
          <p:cNvCxnSpPr>
            <a:cxnSpLocks/>
          </p:cNvCxnSpPr>
          <p:nvPr/>
        </p:nvCxnSpPr>
        <p:spPr>
          <a:xfrm flipH="1">
            <a:off x="6567198" y="2427890"/>
            <a:ext cx="404586" cy="2217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E5821A-9113-5049-A365-9DF87C33F83F}"/>
              </a:ext>
            </a:extLst>
          </p:cNvPr>
          <p:cNvCxnSpPr>
            <a:cxnSpLocks/>
          </p:cNvCxnSpPr>
          <p:nvPr/>
        </p:nvCxnSpPr>
        <p:spPr>
          <a:xfrm flipH="1">
            <a:off x="7243192" y="3841532"/>
            <a:ext cx="404586" cy="2217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BF65FB-199A-D36F-CD8F-EB4CC42904A0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7691936" y="4534558"/>
            <a:ext cx="252968" cy="4193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3FF33C-8986-C188-F10A-D6A9803802ED}"/>
              </a:ext>
            </a:extLst>
          </p:cNvPr>
          <p:cNvCxnSpPr>
            <a:cxnSpLocks/>
          </p:cNvCxnSpPr>
          <p:nvPr/>
        </p:nvCxnSpPr>
        <p:spPr>
          <a:xfrm>
            <a:off x="6801695" y="5917646"/>
            <a:ext cx="79584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1C14338-D505-CC28-D141-22DDA63E4E2E}"/>
              </a:ext>
            </a:extLst>
          </p:cNvPr>
          <p:cNvSpPr txBox="1"/>
          <p:nvPr/>
        </p:nvSpPr>
        <p:spPr>
          <a:xfrm>
            <a:off x="6889271" y="1236035"/>
            <a:ext cx="1338828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Rigol MHO934</a:t>
            </a:r>
          </a:p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Scope + Func. Gen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ADF548-ACF3-16A6-684D-96349AAD9A59}"/>
              </a:ext>
            </a:extLst>
          </p:cNvPr>
          <p:cNvSpPr txBox="1"/>
          <p:nvPr/>
        </p:nvSpPr>
        <p:spPr>
          <a:xfrm>
            <a:off x="6834769" y="2152367"/>
            <a:ext cx="1447832" cy="553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BK 1760A</a:t>
            </a:r>
          </a:p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Linear Power Supply</a:t>
            </a:r>
          </a:p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+/-30V 2A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78A0B5-E09C-57B9-E6B4-15B915FBD8C0}"/>
              </a:ext>
            </a:extLst>
          </p:cNvPr>
          <p:cNvSpPr txBox="1"/>
          <p:nvPr/>
        </p:nvSpPr>
        <p:spPr>
          <a:xfrm>
            <a:off x="7558685" y="3612867"/>
            <a:ext cx="69825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Shunt</a:t>
            </a:r>
          </a:p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Resistor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2D183A-BA03-057F-9268-94DF0397BFF6}"/>
              </a:ext>
            </a:extLst>
          </p:cNvPr>
          <p:cNvSpPr txBox="1"/>
          <p:nvPr/>
        </p:nvSpPr>
        <p:spPr>
          <a:xfrm>
            <a:off x="7612149" y="4288337"/>
            <a:ext cx="66551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LM3886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993F39-7030-19F1-FD46-4A8034C13806}"/>
              </a:ext>
            </a:extLst>
          </p:cNvPr>
          <p:cNvSpPr txBox="1"/>
          <p:nvPr/>
        </p:nvSpPr>
        <p:spPr>
          <a:xfrm>
            <a:off x="6160458" y="5594067"/>
            <a:ext cx="727049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Actuator (Load)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9793C3-139F-887C-813F-62EF8A093DD2}"/>
              </a:ext>
            </a:extLst>
          </p:cNvPr>
          <p:cNvCxnSpPr>
            <a:cxnSpLocks/>
          </p:cNvCxnSpPr>
          <p:nvPr/>
        </p:nvCxnSpPr>
        <p:spPr>
          <a:xfrm>
            <a:off x="6160458" y="4136344"/>
            <a:ext cx="45186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FB8671B-0A65-74E2-F973-449D16EAE2E7}"/>
              </a:ext>
            </a:extLst>
          </p:cNvPr>
          <p:cNvSpPr txBox="1"/>
          <p:nvPr/>
        </p:nvSpPr>
        <p:spPr>
          <a:xfrm>
            <a:off x="5450390" y="3895442"/>
            <a:ext cx="772516" cy="553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Current Feedback Diff Amp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EE7400-C7A3-B8FD-64A4-D125876F7D67}"/>
              </a:ext>
            </a:extLst>
          </p:cNvPr>
          <p:cNvSpPr txBox="1"/>
          <p:nvPr/>
        </p:nvSpPr>
        <p:spPr>
          <a:xfrm>
            <a:off x="5573929" y="4618983"/>
            <a:ext cx="77251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PI Filter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161BB96-12D2-2A39-EFF9-6C967B771FB3}"/>
              </a:ext>
            </a:extLst>
          </p:cNvPr>
          <p:cNvCxnSpPr>
            <a:cxnSpLocks/>
          </p:cNvCxnSpPr>
          <p:nvPr/>
        </p:nvCxnSpPr>
        <p:spPr>
          <a:xfrm flipV="1">
            <a:off x="6362700" y="4659902"/>
            <a:ext cx="471610" cy="82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6FF0015-7FCB-8D1A-9BFB-3BA26887693C}"/>
              </a:ext>
            </a:extLst>
          </p:cNvPr>
          <p:cNvCxnSpPr>
            <a:cxnSpLocks/>
          </p:cNvCxnSpPr>
          <p:nvPr/>
        </p:nvCxnSpPr>
        <p:spPr>
          <a:xfrm flipH="1">
            <a:off x="7259540" y="3343880"/>
            <a:ext cx="404586" cy="221787"/>
          </a:xfrm>
          <a:prstGeom prst="straightConnector1">
            <a:avLst/>
          </a:prstGeom>
          <a:ln>
            <a:solidFill>
              <a:srgbClr val="FF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1D0D946-A732-E827-3BAF-8EA8171CF71D}"/>
              </a:ext>
            </a:extLst>
          </p:cNvPr>
          <p:cNvSpPr txBox="1"/>
          <p:nvPr/>
        </p:nvSpPr>
        <p:spPr>
          <a:xfrm>
            <a:off x="7445485" y="3144996"/>
            <a:ext cx="73759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Ch3/Pink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7E7F3D4-F832-8455-F565-510886C6BF3B}"/>
              </a:ext>
            </a:extLst>
          </p:cNvPr>
          <p:cNvCxnSpPr>
            <a:cxnSpLocks/>
          </p:cNvCxnSpPr>
          <p:nvPr/>
        </p:nvCxnSpPr>
        <p:spPr>
          <a:xfrm>
            <a:off x="5025128" y="4838700"/>
            <a:ext cx="432091" cy="134091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90D7632-A082-DA3E-AD23-12421FAF63DD}"/>
              </a:ext>
            </a:extLst>
          </p:cNvPr>
          <p:cNvSpPr txBox="1"/>
          <p:nvPr/>
        </p:nvSpPr>
        <p:spPr>
          <a:xfrm>
            <a:off x="4332257" y="4659524"/>
            <a:ext cx="78887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Ch2/Cyan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888F5E6-A59C-248E-DD9B-81533FECC9E8}"/>
              </a:ext>
            </a:extLst>
          </p:cNvPr>
          <p:cNvCxnSpPr>
            <a:cxnSpLocks/>
          </p:cNvCxnSpPr>
          <p:nvPr/>
        </p:nvCxnSpPr>
        <p:spPr>
          <a:xfrm>
            <a:off x="6618264" y="5350460"/>
            <a:ext cx="432091" cy="134091"/>
          </a:xfrm>
          <a:prstGeom prst="straightConnector1">
            <a:avLst/>
          </a:prstGeom>
          <a:ln>
            <a:solidFill>
              <a:srgbClr val="EBDB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784470B-B9AC-EAFE-0602-6CAF4166C441}"/>
              </a:ext>
            </a:extLst>
          </p:cNvPr>
          <p:cNvSpPr txBox="1"/>
          <p:nvPr/>
        </p:nvSpPr>
        <p:spPr>
          <a:xfrm>
            <a:off x="5787519" y="5178303"/>
            <a:ext cx="87077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Ch1/Yellow</a:t>
            </a:r>
          </a:p>
        </p:txBody>
      </p:sp>
    </p:spTree>
    <p:extLst>
      <p:ext uri="{BB962C8B-B14F-4D97-AF65-F5344CB8AC3E}">
        <p14:creationId xmlns:p14="http://schemas.microsoft.com/office/powerpoint/2010/main" val="4090797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Haruch</dc:creator>
  <cp:lastModifiedBy>David Haruch</cp:lastModifiedBy>
  <cp:revision>1</cp:revision>
  <dcterms:created xsi:type="dcterms:W3CDTF">2026-06-23T02:46:34Z</dcterms:created>
  <dcterms:modified xsi:type="dcterms:W3CDTF">2026-06-23T02:54:01Z</dcterms:modified>
</cp:coreProperties>
</file>