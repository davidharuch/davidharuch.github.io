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>
        <p:scale>
          <a:sx n="66" d="100"/>
          <a:sy n="66" d="100"/>
        </p:scale>
        <p:origin x="-297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DBCA-25A0-0AF4-E55C-BE2363FF2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24FE3-7DCC-7B7E-742D-57F4FBE52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7640E-8A93-CB8D-3A45-B1692801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269B-BB3B-13DC-391A-52C1FA91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CF9B-1098-01D8-351E-9D14702D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8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3C0F-BC8E-0BE4-933B-CE1228B4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DFCF-8A4E-7275-DA2E-DE35E5087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ADE4F-AFFD-9911-E524-670DC23D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CB0BF-58DF-4E33-A0BB-19560D3F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F55F6-FD52-9706-2521-5B00A159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2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EDE0-E4BE-70E7-94E2-B66C9F5E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5E60-7A5C-CCDB-577F-33AF9CBC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497B3-DFBB-FB2F-0EB9-7526BD1D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A1C3-9EA4-2EF4-A721-F9730315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3928-79CC-3946-86FF-11063915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6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4F44-5DC0-8476-A4D9-4EAB0623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8067-6BD4-4905-99A3-7D5FA74B7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A089F-E134-DC93-6E39-9E835E401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51F6-53C6-0CDC-A39C-6900673D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F36F3-251D-87D3-C47A-93530CE0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B215D-5CE0-C899-2741-C3A203C9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F464-868A-E988-6957-5B9732DB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1CC84-4441-8367-4AFB-CCCB2E073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40A12-E8F8-3CD0-D1D0-53752563A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97E50-D5E6-7B67-AB35-19E648073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07CF8-30AD-197C-55C0-49D31B702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05D82-2D11-8F56-599E-56F5CB52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E7CAB2-FAB2-B57D-4D53-4B1559B6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0E451-99E8-632D-EF06-257E1F23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144B-AA10-6D81-FE5C-0E4CAAC1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67B03-FB7E-CC45-A37D-E18F7216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94094-D51C-5D89-AF26-516259C7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F59DA-D36B-5064-6A0A-FAC5FAA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7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4E6DE-ABE1-F124-8869-86DFFE75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DBF7D-991E-2E9F-4F65-9D2CCA83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E9A8E-95A6-FFDC-04F5-3FE8C231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8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DCC3-A7AA-49BC-B563-8BD9860A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C2CE5-A66A-03B2-4C9D-9B3895028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7E3E0-B96C-9883-878A-73D79F668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56ABA-8F04-D9DE-71C2-1DE51780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3E8BA-4396-C143-4CB4-F8751473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3E21C-45C7-FDFE-764E-5C7FCCD6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3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AE4F-18C1-6B59-7172-42116F74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0D4A0-F338-37F3-FF34-64A2726C3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4F22F-A351-1EE0-3D10-16833220A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5B1AF-CCE5-590D-4586-E1028FAF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F0383-1820-6248-DA6D-7CC98FD4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95A83-68F0-55A9-A7D7-0D93EA56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C66A-39B2-6285-A820-272C2A7D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C6E61-54FC-8913-C673-F9D923804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378B-761C-9AA6-C4DD-807086D9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083D-9A09-6815-08A3-7D7F4EDD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2831-351F-83B0-E7C5-1873D8A2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6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95946-EE6E-7CA7-A6DB-A8D2884E1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D6AFD-DE6F-70F6-AA0F-37B114C6C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A0258-A82F-CA8D-4FDF-063680E5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62054-8577-084B-5CE7-B52B5FA4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B4E0C-9DEE-3D1D-204A-FB16FC53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2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F1DE9-DD89-784C-E086-B1D27EEA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5C8F6-CE31-BA72-A1AC-219E7DC61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9DCA-172C-0B1A-DB57-8C890F4B3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DFC0E-4B63-4593-92F0-4CA7619178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C768D-BD7A-C124-E3C7-04B84F679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1038B-24D8-6BD7-5995-951A14823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89D5D-F0B2-47DF-AA8E-488160986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1CAC78-9212-8BC6-80CE-4257F0435116}"/>
              </a:ext>
            </a:extLst>
          </p:cNvPr>
          <p:cNvSpPr/>
          <p:nvPr/>
        </p:nvSpPr>
        <p:spPr>
          <a:xfrm>
            <a:off x="4110892" y="468922"/>
            <a:ext cx="4486031" cy="6181969"/>
          </a:xfrm>
          <a:custGeom>
            <a:avLst/>
            <a:gdLst>
              <a:gd name="connsiteX0" fmla="*/ 0 w 4486031"/>
              <a:gd name="connsiteY0" fmla="*/ 0 h 4540738"/>
              <a:gd name="connsiteX1" fmla="*/ 0 w 4486031"/>
              <a:gd name="connsiteY1" fmla="*/ 4540738 h 4540738"/>
              <a:gd name="connsiteX2" fmla="*/ 1383323 w 4486031"/>
              <a:gd name="connsiteY2" fmla="*/ 4540738 h 4540738"/>
              <a:gd name="connsiteX3" fmla="*/ 4486031 w 4486031"/>
              <a:gd name="connsiteY3" fmla="*/ 2891692 h 4540738"/>
              <a:gd name="connsiteX4" fmla="*/ 4486031 w 4486031"/>
              <a:gd name="connsiteY4" fmla="*/ 1211384 h 4540738"/>
              <a:gd name="connsiteX5" fmla="*/ 1508370 w 4486031"/>
              <a:gd name="connsiteY5" fmla="*/ 7815 h 4540738"/>
              <a:gd name="connsiteX6" fmla="*/ 0 w 4486031"/>
              <a:gd name="connsiteY6" fmla="*/ 0 h 4540738"/>
              <a:gd name="connsiteX0" fmla="*/ 0 w 4486031"/>
              <a:gd name="connsiteY0" fmla="*/ 0 h 4540738"/>
              <a:gd name="connsiteX1" fmla="*/ 0 w 4486031"/>
              <a:gd name="connsiteY1" fmla="*/ 4540738 h 4540738"/>
              <a:gd name="connsiteX2" fmla="*/ 1383323 w 4486031"/>
              <a:gd name="connsiteY2" fmla="*/ 4540738 h 4540738"/>
              <a:gd name="connsiteX3" fmla="*/ 4486031 w 4486031"/>
              <a:gd name="connsiteY3" fmla="*/ 2891692 h 4540738"/>
              <a:gd name="connsiteX4" fmla="*/ 4486031 w 4486031"/>
              <a:gd name="connsiteY4" fmla="*/ 1188422 h 4540738"/>
              <a:gd name="connsiteX5" fmla="*/ 1508370 w 4486031"/>
              <a:gd name="connsiteY5" fmla="*/ 7815 h 4540738"/>
              <a:gd name="connsiteX6" fmla="*/ 0 w 4486031"/>
              <a:gd name="connsiteY6" fmla="*/ 0 h 4540738"/>
              <a:gd name="connsiteX0" fmla="*/ 0 w 4486031"/>
              <a:gd name="connsiteY0" fmla="*/ 0 h 4540738"/>
              <a:gd name="connsiteX1" fmla="*/ 0 w 4486031"/>
              <a:gd name="connsiteY1" fmla="*/ 4540738 h 4540738"/>
              <a:gd name="connsiteX2" fmla="*/ 1383323 w 4486031"/>
              <a:gd name="connsiteY2" fmla="*/ 4540738 h 4540738"/>
              <a:gd name="connsiteX3" fmla="*/ 4486031 w 4486031"/>
              <a:gd name="connsiteY3" fmla="*/ 3431299 h 4540738"/>
              <a:gd name="connsiteX4" fmla="*/ 4486031 w 4486031"/>
              <a:gd name="connsiteY4" fmla="*/ 1188422 h 4540738"/>
              <a:gd name="connsiteX5" fmla="*/ 1508370 w 4486031"/>
              <a:gd name="connsiteY5" fmla="*/ 7815 h 4540738"/>
              <a:gd name="connsiteX6" fmla="*/ 0 w 4486031"/>
              <a:gd name="connsiteY6" fmla="*/ 0 h 4540738"/>
              <a:gd name="connsiteX0" fmla="*/ 0 w 4486031"/>
              <a:gd name="connsiteY0" fmla="*/ 0 h 4540738"/>
              <a:gd name="connsiteX1" fmla="*/ 0 w 4486031"/>
              <a:gd name="connsiteY1" fmla="*/ 4540738 h 4540738"/>
              <a:gd name="connsiteX2" fmla="*/ 1383323 w 4486031"/>
              <a:gd name="connsiteY2" fmla="*/ 4540738 h 4540738"/>
              <a:gd name="connsiteX3" fmla="*/ 4486031 w 4486031"/>
              <a:gd name="connsiteY3" fmla="*/ 3431299 h 4540738"/>
              <a:gd name="connsiteX4" fmla="*/ 4486031 w 4486031"/>
              <a:gd name="connsiteY4" fmla="*/ 1131017 h 4540738"/>
              <a:gd name="connsiteX5" fmla="*/ 1508370 w 4486031"/>
              <a:gd name="connsiteY5" fmla="*/ 7815 h 4540738"/>
              <a:gd name="connsiteX6" fmla="*/ 0 w 4486031"/>
              <a:gd name="connsiteY6" fmla="*/ 0 h 4540738"/>
              <a:gd name="connsiteX0" fmla="*/ 0 w 4486031"/>
              <a:gd name="connsiteY0" fmla="*/ 0 h 4540738"/>
              <a:gd name="connsiteX1" fmla="*/ 0 w 4486031"/>
              <a:gd name="connsiteY1" fmla="*/ 4540738 h 4540738"/>
              <a:gd name="connsiteX2" fmla="*/ 1383323 w 4486031"/>
              <a:gd name="connsiteY2" fmla="*/ 4540738 h 4540738"/>
              <a:gd name="connsiteX3" fmla="*/ 4470400 w 4486031"/>
              <a:gd name="connsiteY3" fmla="*/ 3660920 h 4540738"/>
              <a:gd name="connsiteX4" fmla="*/ 4486031 w 4486031"/>
              <a:gd name="connsiteY4" fmla="*/ 1131017 h 4540738"/>
              <a:gd name="connsiteX5" fmla="*/ 1508370 w 4486031"/>
              <a:gd name="connsiteY5" fmla="*/ 7815 h 4540738"/>
              <a:gd name="connsiteX6" fmla="*/ 0 w 4486031"/>
              <a:gd name="connsiteY6" fmla="*/ 0 h 4540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6031" h="4540738">
                <a:moveTo>
                  <a:pt x="0" y="0"/>
                </a:moveTo>
                <a:lnTo>
                  <a:pt x="0" y="4540738"/>
                </a:lnTo>
                <a:lnTo>
                  <a:pt x="1383323" y="4540738"/>
                </a:lnTo>
                <a:lnTo>
                  <a:pt x="4470400" y="3660920"/>
                </a:lnTo>
                <a:cubicBezTo>
                  <a:pt x="4475610" y="2817619"/>
                  <a:pt x="4480821" y="1974318"/>
                  <a:pt x="4486031" y="1131017"/>
                </a:cubicBezTo>
                <a:lnTo>
                  <a:pt x="1508370" y="7815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09255-31FF-D451-D131-EBC6FC4F4658}"/>
              </a:ext>
            </a:extLst>
          </p:cNvPr>
          <p:cNvSpPr/>
          <p:nvPr/>
        </p:nvSpPr>
        <p:spPr>
          <a:xfrm>
            <a:off x="4251569" y="617415"/>
            <a:ext cx="1187939" cy="129735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1CB7FA-1CB8-B559-C6B6-0C03020BA980}"/>
              </a:ext>
            </a:extLst>
          </p:cNvPr>
          <p:cNvSpPr/>
          <p:nvPr/>
        </p:nvSpPr>
        <p:spPr>
          <a:xfrm>
            <a:off x="4251569" y="5162062"/>
            <a:ext cx="1187939" cy="129735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2B7DC8-D781-7C20-57AE-D85C6D16901A}"/>
              </a:ext>
            </a:extLst>
          </p:cNvPr>
          <p:cNvSpPr/>
          <p:nvPr/>
        </p:nvSpPr>
        <p:spPr>
          <a:xfrm>
            <a:off x="7303477" y="3098801"/>
            <a:ext cx="1187939" cy="129735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AFE728-A0C4-68D6-8ED4-1544D77E23FB}"/>
              </a:ext>
            </a:extLst>
          </p:cNvPr>
          <p:cNvSpPr/>
          <p:nvPr/>
        </p:nvSpPr>
        <p:spPr>
          <a:xfrm>
            <a:off x="3518877" y="722922"/>
            <a:ext cx="441569" cy="129735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E7958E-69CD-0DC7-B38E-CF5E73E7DB2A}"/>
              </a:ext>
            </a:extLst>
          </p:cNvPr>
          <p:cNvSpPr/>
          <p:nvPr/>
        </p:nvSpPr>
        <p:spPr>
          <a:xfrm>
            <a:off x="3518877" y="5162061"/>
            <a:ext cx="441569" cy="129735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41595-7AAD-3726-0AF9-CF41050EC6A5}"/>
              </a:ext>
            </a:extLst>
          </p:cNvPr>
          <p:cNvSpPr/>
          <p:nvPr/>
        </p:nvSpPr>
        <p:spPr>
          <a:xfrm>
            <a:off x="4368800" y="2170723"/>
            <a:ext cx="930031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97178-1B1B-65ED-0AF7-E04EE5498105}"/>
              </a:ext>
            </a:extLst>
          </p:cNvPr>
          <p:cNvSpPr/>
          <p:nvPr/>
        </p:nvSpPr>
        <p:spPr>
          <a:xfrm>
            <a:off x="7432430" y="2020275"/>
            <a:ext cx="930031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0EB56-EF58-8160-544E-CFD8F91B60FF}"/>
              </a:ext>
            </a:extLst>
          </p:cNvPr>
          <p:cNvSpPr/>
          <p:nvPr/>
        </p:nvSpPr>
        <p:spPr>
          <a:xfrm>
            <a:off x="7432429" y="4499706"/>
            <a:ext cx="930031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D1004-77C6-7991-A8D0-FFE0F937D488}"/>
              </a:ext>
            </a:extLst>
          </p:cNvPr>
          <p:cNvSpPr/>
          <p:nvPr/>
        </p:nvSpPr>
        <p:spPr>
          <a:xfrm>
            <a:off x="4368799" y="4046415"/>
            <a:ext cx="930031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C751A1-F6A5-7DA0-B249-84B73181BE06}"/>
              </a:ext>
            </a:extLst>
          </p:cNvPr>
          <p:cNvSpPr/>
          <p:nvPr/>
        </p:nvSpPr>
        <p:spPr>
          <a:xfrm>
            <a:off x="3678110" y="4035667"/>
            <a:ext cx="238373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B11D39-C1B7-360B-AAF8-204A3FDC4143}"/>
              </a:ext>
            </a:extLst>
          </p:cNvPr>
          <p:cNvSpPr/>
          <p:nvPr/>
        </p:nvSpPr>
        <p:spPr>
          <a:xfrm>
            <a:off x="3656128" y="2218591"/>
            <a:ext cx="238373" cy="9280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22A69D-A5F2-170C-3835-C052E9E9A4E6}"/>
              </a:ext>
            </a:extLst>
          </p:cNvPr>
          <p:cNvCxnSpPr>
            <a:cxnSpLocks/>
          </p:cNvCxnSpPr>
          <p:nvPr/>
        </p:nvCxnSpPr>
        <p:spPr>
          <a:xfrm flipV="1">
            <a:off x="8475227" y="566615"/>
            <a:ext cx="0" cy="476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404EBC-AB84-FF81-CB6D-1B8B6AE06BD8}"/>
              </a:ext>
            </a:extLst>
          </p:cNvPr>
          <p:cNvCxnSpPr>
            <a:cxnSpLocks/>
          </p:cNvCxnSpPr>
          <p:nvPr/>
        </p:nvCxnSpPr>
        <p:spPr>
          <a:xfrm flipH="1">
            <a:off x="8049289" y="1043354"/>
            <a:ext cx="4259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209B86-640F-2521-43C6-741582CF5097}"/>
              </a:ext>
            </a:extLst>
          </p:cNvPr>
          <p:cNvSpPr txBox="1"/>
          <p:nvPr/>
        </p:nvSpPr>
        <p:spPr>
          <a:xfrm>
            <a:off x="8318774" y="23150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5B847E-7B67-A941-2B4C-82157FAA132C}"/>
              </a:ext>
            </a:extLst>
          </p:cNvPr>
          <p:cNvSpPr txBox="1"/>
          <p:nvPr/>
        </p:nvSpPr>
        <p:spPr>
          <a:xfrm>
            <a:off x="7710291" y="87526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41F544-3E74-B2D7-B6CC-BDDF7DDDCB68}"/>
              </a:ext>
            </a:extLst>
          </p:cNvPr>
          <p:cNvSpPr/>
          <p:nvPr/>
        </p:nvSpPr>
        <p:spPr>
          <a:xfrm>
            <a:off x="9278831" y="3265435"/>
            <a:ext cx="930031" cy="21492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CBA0AC-D968-EBCD-205D-3172962F32B3}"/>
              </a:ext>
            </a:extLst>
          </p:cNvPr>
          <p:cNvSpPr/>
          <p:nvPr/>
        </p:nvSpPr>
        <p:spPr>
          <a:xfrm>
            <a:off x="9278831" y="3839639"/>
            <a:ext cx="930031" cy="21492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64FB08-A15E-B0E7-F7A4-EA94710680EF}"/>
              </a:ext>
            </a:extLst>
          </p:cNvPr>
          <p:cNvSpPr txBox="1"/>
          <p:nvPr/>
        </p:nvSpPr>
        <p:spPr>
          <a:xfrm>
            <a:off x="10305512" y="3201738"/>
            <a:ext cx="148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 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E15BB-C0EA-4658-3C10-E0A25C7005D4}"/>
              </a:ext>
            </a:extLst>
          </p:cNvPr>
          <p:cNvSpPr txBox="1"/>
          <p:nvPr/>
        </p:nvSpPr>
        <p:spPr>
          <a:xfrm>
            <a:off x="10364470" y="3623936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Bearings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6BAFEC9-DC17-5C4A-BFC1-F4760E338320}"/>
              </a:ext>
            </a:extLst>
          </p:cNvPr>
          <p:cNvSpPr/>
          <p:nvPr/>
        </p:nvSpPr>
        <p:spPr>
          <a:xfrm>
            <a:off x="9278831" y="4499706"/>
            <a:ext cx="930031" cy="21492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82A776-821F-8978-0ABD-42CFD3D3E8C8}"/>
              </a:ext>
            </a:extLst>
          </p:cNvPr>
          <p:cNvSpPr txBox="1"/>
          <p:nvPr/>
        </p:nvSpPr>
        <p:spPr>
          <a:xfrm>
            <a:off x="10364470" y="4317414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Bearings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C6E283-E57D-0EAA-D56D-7139462D9F88}"/>
              </a:ext>
            </a:extLst>
          </p:cNvPr>
          <p:cNvSpPr txBox="1"/>
          <p:nvPr/>
        </p:nvSpPr>
        <p:spPr>
          <a:xfrm>
            <a:off x="9426721" y="909933"/>
            <a:ext cx="208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ASML T200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Assumed Bearing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Preloading Layout</a:t>
            </a:r>
          </a:p>
        </p:txBody>
      </p:sp>
    </p:spTree>
    <p:extLst>
      <p:ext uri="{BB962C8B-B14F-4D97-AF65-F5344CB8AC3E}">
        <p14:creationId xmlns:p14="http://schemas.microsoft.com/office/powerpoint/2010/main" val="357300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Haruch</dc:creator>
  <cp:lastModifiedBy>David Haruch</cp:lastModifiedBy>
  <cp:revision>1</cp:revision>
  <dcterms:created xsi:type="dcterms:W3CDTF">2025-09-22T06:23:08Z</dcterms:created>
  <dcterms:modified xsi:type="dcterms:W3CDTF">2025-09-22T06:23:25Z</dcterms:modified>
</cp:coreProperties>
</file>