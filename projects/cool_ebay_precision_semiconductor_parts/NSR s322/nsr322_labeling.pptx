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>
        <p:scale>
          <a:sx n="66" d="100"/>
          <a:sy n="66" d="100"/>
        </p:scale>
        <p:origin x="105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8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3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5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9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9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6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1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CA867-17EB-420B-89D0-172E0FFB91F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B4805-8F8D-4F27-A90A-5E43CF6AD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chine with red parts&#10;&#10;AI-generated content may be incorrect.">
            <a:extLst>
              <a:ext uri="{FF2B5EF4-FFF2-40B4-BE49-F238E27FC236}">
                <a16:creationId xmlns:a16="http://schemas.microsoft.com/office/drawing/2014/main" id="{9D5DC019-A429-6FFB-CABF-696CCCDF2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13716000" cy="1828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9CA07-1628-A9CF-92DD-6CE1091270A4}"/>
              </a:ext>
            </a:extLst>
          </p:cNvPr>
          <p:cNvSpPr/>
          <p:nvPr/>
        </p:nvSpPr>
        <p:spPr>
          <a:xfrm rot="21360483">
            <a:off x="12456689" y="1345420"/>
            <a:ext cx="2557908" cy="767875"/>
          </a:xfrm>
          <a:prstGeom prst="round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AC6D5-1FEB-7E07-F330-2C5ECE6C7041}"/>
              </a:ext>
            </a:extLst>
          </p:cNvPr>
          <p:cNvSpPr txBox="1"/>
          <p:nvPr/>
        </p:nvSpPr>
        <p:spPr>
          <a:xfrm rot="21307806">
            <a:off x="12620515" y="815203"/>
            <a:ext cx="21796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 fine Halbach Array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946C39-135D-24EE-934A-ED3C040CEEE7}"/>
              </a:ext>
            </a:extLst>
          </p:cNvPr>
          <p:cNvCxnSpPr/>
          <p:nvPr/>
        </p:nvCxnSpPr>
        <p:spPr>
          <a:xfrm flipV="1">
            <a:off x="13005995" y="1770851"/>
            <a:ext cx="0" cy="239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727F66-5DA0-21B5-F3E8-97E9A00B07B8}"/>
              </a:ext>
            </a:extLst>
          </p:cNvPr>
          <p:cNvCxnSpPr>
            <a:cxnSpLocks/>
          </p:cNvCxnSpPr>
          <p:nvPr/>
        </p:nvCxnSpPr>
        <p:spPr>
          <a:xfrm>
            <a:off x="13176837" y="1859792"/>
            <a:ext cx="1780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464779-D3C6-98B5-26E9-670BF05A03CB}"/>
              </a:ext>
            </a:extLst>
          </p:cNvPr>
          <p:cNvCxnSpPr>
            <a:cxnSpLocks/>
          </p:cNvCxnSpPr>
          <p:nvPr/>
        </p:nvCxnSpPr>
        <p:spPr>
          <a:xfrm>
            <a:off x="13710365" y="1729357"/>
            <a:ext cx="0" cy="2499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E9F266-F84D-EB44-7A1D-E1BFD92F43D8}"/>
              </a:ext>
            </a:extLst>
          </p:cNvPr>
          <p:cNvCxnSpPr>
            <a:cxnSpLocks/>
          </p:cNvCxnSpPr>
          <p:nvPr/>
        </p:nvCxnSpPr>
        <p:spPr>
          <a:xfrm flipH="1">
            <a:off x="14081759" y="1800306"/>
            <a:ext cx="182112" cy="8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5CC4AC-8064-66A0-116E-355434B4BDB5}"/>
              </a:ext>
            </a:extLst>
          </p:cNvPr>
          <p:cNvCxnSpPr/>
          <p:nvPr/>
        </p:nvCxnSpPr>
        <p:spPr>
          <a:xfrm flipV="1">
            <a:off x="14452386" y="1680660"/>
            <a:ext cx="0" cy="239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CAF938-1335-AE2A-CB7D-B83709ACD4A8}"/>
              </a:ext>
            </a:extLst>
          </p:cNvPr>
          <p:cNvSpPr txBox="1"/>
          <p:nvPr/>
        </p:nvSpPr>
        <p:spPr>
          <a:xfrm rot="21307806">
            <a:off x="14413693" y="2376575"/>
            <a:ext cx="12490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 fine coils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2970F-D816-2119-E3B6-9B6D6D7AFA1F}"/>
              </a:ext>
            </a:extLst>
          </p:cNvPr>
          <p:cNvSpPr txBox="1"/>
          <p:nvPr/>
        </p:nvSpPr>
        <p:spPr>
          <a:xfrm rot="21307806">
            <a:off x="9940636" y="5939833"/>
            <a:ext cx="93506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Z coils?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D85BE6-20A4-909A-D10D-116BA2430147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0874012" y="5464629"/>
            <a:ext cx="1905817" cy="6201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3F5458-8958-70D1-7A0F-99B4C346D049}"/>
              </a:ext>
            </a:extLst>
          </p:cNvPr>
          <p:cNvCxnSpPr>
            <a:cxnSpLocks/>
          </p:cNvCxnSpPr>
          <p:nvPr/>
        </p:nvCxnSpPr>
        <p:spPr>
          <a:xfrm flipV="1">
            <a:off x="10518567" y="4931229"/>
            <a:ext cx="1697382" cy="602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74A2B8B-22E0-81E8-29C7-D94F0DBC1FF7}"/>
              </a:ext>
            </a:extLst>
          </p:cNvPr>
          <p:cNvSpPr txBox="1"/>
          <p:nvPr/>
        </p:nvSpPr>
        <p:spPr>
          <a:xfrm rot="21307806">
            <a:off x="9206356" y="5384173"/>
            <a:ext cx="132850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Z magnets?</a:t>
            </a:r>
          </a:p>
        </p:txBody>
      </p:sp>
    </p:spTree>
    <p:extLst>
      <p:ext uri="{BB962C8B-B14F-4D97-AF65-F5344CB8AC3E}">
        <p14:creationId xmlns:p14="http://schemas.microsoft.com/office/powerpoint/2010/main" val="120114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E4A6BA-280F-E95B-246C-CCD23C5EF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475" y="1481364"/>
            <a:ext cx="9585325" cy="1390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3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9845</TotalTime>
  <Words>13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Haruch</dc:creator>
  <cp:lastModifiedBy>David Haruch</cp:lastModifiedBy>
  <cp:revision>1</cp:revision>
  <dcterms:created xsi:type="dcterms:W3CDTF">2025-09-30T08:25:29Z</dcterms:created>
  <dcterms:modified xsi:type="dcterms:W3CDTF">2025-10-07T04:30:32Z</dcterms:modified>
</cp:coreProperties>
</file>